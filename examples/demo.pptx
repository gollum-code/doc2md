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sldIdLst>
    <p:sldId id="256" r:id="rId1"/>
    <p:sldId id="257" r:id="rId2"/>
    <p:sldId id="258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  <Relationship Id="rId4" Type="http://schemas.openxmlformats.org/officeDocument/2006/relationships/slide" Target="slides/slide3.xml"/>
</Relationships>
</file>

<file path=ppt/charts/chart1.xml><?xml version="1.0" encoding="UTF-8" standalone="yes"?>
<c:chartSpace xmlns:c="http://schemas.openxmlformats.org/drawingml/2006/chart">
  <c:chart>
    <c:title><c:tx><c:rich><a:bodyPr xmlns:a="http://schemas.openxmlformats.org/drawingml/2006/main"/><a:p><a:r><a:t>季度营收趋势</a:t></a:r></a:p></c:rich></c:tx></c:title>
    <c:plotArea>
      <c:barChart>
        <c:ser>
          <c:idx val="0"/>
          <c:tx><c:strRef><c:f>Sheet1!$B$1</c:f><c:strCache><c:ptCount val="1"/><c:pt idx="0"><c:v>营收(万元)</c:v></c:pt></c:strCache></c:strRef></c:tx>
          <c:cat><c:strRef><c:strCache><c:pt idx="0"><c:v>Q1</c:v></c:pt><c:pt idx="1"><c:v>Q2</c:v></c:pt><c:pt idx="2"><c:v>Q3</c:v></c:pt></c:strCache></c:strRef></c:cat>
          <c:val><c:numRef><c:numCache><c:pt idx="0"><c:v>820</c:v></c:pt><c:pt idx="1"><c:v>910</c:v></c:pt><c:pt idx="2"><c:v>1107</c:v></c:pt></c:numCache></c:numRef></c:val>
        </c:ser>
      </c:barChart>
    </c:plotArea>
  </c:chart>
</c:chartSpace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"/>
          <p:cNvSpPr/>
          <p:nvPr>
            <p:ph type="sldImg"/>
          </p:nvPr>
        </p:nvSpPr>
        <p:txBody>
          <a:bodyPr/>
          <a:lstStyle/>
          <a:p>
            <a:r>
              <a:t>‹#›</a:t>
            </a:r>
          </a:p>
        </p:txBody>
      </p:sp>
      <p:sp>
        <p:nvSpPr>
          <p:cNvPr id="3" name="备注占位符"/>
          <p:cNvSpPr/>
          <p:nvPr>
            <p:ph type="body" idx="1"/>
          </p:nvPr>
        </p:nvSpPr>
        <p:txBody>
          <a:bodyPr/>
          <a:lstStyle/>
          <a:p>
            <a:r>
              <a:t>本页重点强调营收增长35%，</a:t>
            </a:r>
          </a:p>
          <a:p>
            <a:r>
              <a:t>并说明AI助手的落地情况。</a:t>
            </a:r>
          </a:p>
        </p:txBody>
      </p:sp>
      <p:sp>
        <p:nvSpPr>
          <p:cNvPr id="4" name="页码"/>
          <p:cNvSpPr/>
          <p:nvPr>
            <p:ph type="sldNum" sz="quarter"/>
          </p:nvPr>
        </p:nvSpPr>
        <p:txBody>
          <a:bodyPr/>
          <a:lstStyle/>
          <a:p>
            <a:fld id="{5F2C1B0A-0000-0000-0000-000000000000}" type="slidenum">
              <a:t>2</a:t>
            </a:fld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/>
      <p:sp>
        <p:nvSpPr>
          <p:cNvPr id="2" name="标题"/>
          <p:cNvSpPr/>
          <p:nvPr>
            <p:ph type="title"/>
          </p:nvPr>
        </p:nvSpPr>
        <p:spPr/>
        <p:txBody>
          <a:bodyPr/>
          <a:lstStyle/>
        </p:txBody>
      </p:sp>
      <p:sp>
        <p:nvSpPr>
          <p:cNvPr id="3" name="内容"/>
          <p:cNvSpPr/>
          <p:nvPr>
            <p:ph type="body" idx="1"/>
          </p:nvPr>
        </p:nvSpPr>
        <p:spPr/>
        <p:txBody>
          <a:bodyPr/>
          <a:lstStyle>
            <a:lvl1pPr>
              <a:buChar char="•"/>
            </a:lvl1pPr>
            <a:lvl2pPr>
              <a:buChar char="–"/>
            </a:lvl2pPr>
          </a:lstStyle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/>
          <p:nvPr>
            <p:ph type="title"/>
          </p:nvPr>
        </p:nvSpPr>
        <p:txBody>
          <a:bodyPr/>
          <a:lstStyle>
            <a:lvl1pPr>
              <a:buNone/>
            </a:lvl1pPr>
          </a:lstStyle>
        </p:txBody>
      </p:sp>
      <p:sp>
        <p:nvSpPr>
          <p:cNvPr id="3" name="正文"/>
          <p:cNvSpPr/>
          <p:nvPr>
            <p:ph type="body" idx="1"/>
          </p:nvPr>
        </p:nvSpPr>
        <p:txBody>
          <a:bodyPr/>
          <a:lstStyle>
            <a:lvl1pPr>
              <a:buNone/>
            </a:lvl1pPr>
          </a:lstStyle>
        </p:txBody>
      </p:sp>
    </p:spTree>
  </p:cSld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1.png"/>
  <Relationship Id="rId5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lstStyle/>
          <a:p>
            <a:pPr lvl="0"/>
            <a:r>
              <a:rPr lang="zh-CN" sz="3200" b="1"/>
              <a:t>季度业务回顾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5400000" cy="3200400"/>
          </a:xfrm>
          <a:prstGeom prst="rect"/>
        </p:spPr>
        <p:txBody>
          <a:bodyPr/>
          <a:lstStyle/>
          <a:p>
            <a:pPr lvl="0"/>
            <a:r>
              <a:rPr lang="zh-CN" sz="1800" b="1"/>
              <a:t>营收同比增长</a:t>
            </a:r>
            <a:r>
              <a:rPr lang="zh-CN" sz="1800"/>
              <a:t> 35%</a:t>
            </a:r>
          </a:p>
          <a:p>
            <a:pPr lvl="0"/>
            <a:r>
              <a:rPr lang="zh-CN" sz="1800"/>
              <a:t>AI助手接入3个业务线</a:t>
            </a:r>
          </a:p>
          <a:p>
            <a:pPr lvl="1"/>
            <a:r>
              <a:rPr lang="zh-CN" sz="1600"/>
              <a:t>自动摘要准确率92%</a:t>
            </a:r>
          </a:p>
          <a:p>
            <a:pPr lvl="0">
              <a:buNone/>
            </a:pPr>
            <a:r>
              <a:rPr lang="zh-CN" sz="1400"/>
              <a:t>数据截至2026年9月</a:t>
            </a:r>
          </a:p>
        </p:txBody>
      </p:sp>
      <p:pic>
        <p:nvPicPr>
          <p:cNvPr id="4" name="图片 3" descr="架构示意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0200"/>
            <a:ext cx="2000000" cy="1500000"/>
          </a:xfrm>
        </p:spPr>
      </p:pic>
      <p:graphicFrame>
        <p:nvGraphicFramePr>
          <p:cNvPr id="5" name="图表 4"/>
          <p:cNvGraphicFramePr/>
          <p:nvPr/>
        </p:nvGraphicFramePr>
        <p:xfrm>
          <a:off x="457200" y="5000000"/>
          <a:ext cx="4000000" cy="12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4600000" y="5000000"/>
          <a:ext cx="3000000" cy="1200000"/>
        </p:xfrm>
        <a:graphic>
          <a:graphicData uri="http://schemas.openxmlformats.org/drawingml/2006/table">
            <a:tbl>
              <a:tblPr firstRow="1"/>
              <a:tblGrid>
                <a:gridCol w="1500000"/>
                <a:gridCol w="1500000"/>
              </a:tblGrid>
              <a:tr>
                <a:tc>
                  <a:txBody>
                    <a:p>
                      <a:r>
                        <a:t>业务线</a:t>
                      </a:r>
                    </a:p>
                  </a:txBody>
                </a:tc>
                <a:tc>
                  <a:txBody>
                    <a:p>
                      <a:r>
                        <a:t>营收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零售</a:t>
                      </a:r>
                    </a:p>
                  </a:txBody>
                </a:tc>
                <a:tc>
                  <a:txBody>
                    <a:p>
                      <a:r>
                        <a:t>1200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/>
          <a:lstStyle/>
          <a:p>
            <a:r>
              <a:rPr lang="zh-CN" sz="3200" b="1"/>
              <a:t>下季度计划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600200"/>
            <a:ext cx="5400000" cy="2400000"/>
          </a:xfrm>
        </p:spPr>
        <p:txBody>
          <a:bodyPr wrap="square"/>
          <a:lstStyle/>
          <a:p>
            <a:pPr>
              <a:buChar char="•"/>
            </a:pPr>
            <a:r>
              <a:rPr sz="1800"/>
              <a:t>上线文档解析服务</a:t>
            </a:r>
          </a:p>
          <a:p>
            <a:pPr>
              <a:buChar char="•"/>
            </a:pPr>
            <a:r>
              <a:rPr sz="1800"/>
              <a:t>把 doc2md 接到RAG流程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sz="3200"/>
              <a:t>内部草稿页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季度业务回顾</dc:title>
  <dc:creator>张伟</dc:creator>
  <cp:keywords>AI,RAG,业务</cp:keywords>
  <dcterms:created>2026-09-01T08:00:00Z</dcterms:created>
</cp:coreProperties>
</file>